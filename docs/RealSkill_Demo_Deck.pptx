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tags" Target="../tags/tag10.xml"/><Relationship Id="rId1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234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MULTI-AGENT SOCIAL COPY STUDIO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554480"/>
            <a:ext cx="64008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7600" b="1">
                <a:solidFill>
                  <a:srgbClr val="1D1B1B"/>
                </a:solidFill>
                <a:latin typeface="Aptos Display"/>
              </a:rPr>
              <a:t>RealSkill</a:t>
            </a:r>
            <a:endParaRPr sz="7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971800"/>
            <a:ext cx="62179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>
                <a:solidFill>
                  <a:srgbClr val="645F58"/>
                </a:solidFill>
                <a:latin typeface="Aptos"/>
              </a:rPr>
              <a:t>Platform-native social copy, generated by a multi-agent writing panel.</a:t>
            </a:r>
            <a:endParaRPr sz="22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68680" y="4069080"/>
            <a:ext cx="13258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" y="4146804"/>
            <a:ext cx="9966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B90533"/>
                </a:solidFill>
                <a:latin typeface="Aptos"/>
              </a:rPr>
              <a:t>Web studio</a:t>
            </a:r>
            <a:endParaRPr sz="9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331720" y="4069080"/>
            <a:ext cx="16459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96312" y="4146804"/>
            <a:ext cx="13167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06A65"/>
                </a:solidFill>
                <a:latin typeface="Aptos"/>
              </a:rPr>
              <a:t>Local agent skill</a:t>
            </a:r>
            <a:endParaRPr sz="950" b="1">
              <a:solidFill>
                <a:srgbClr val="006A65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251960" y="4069080"/>
            <a:ext cx="15087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4146804"/>
            <a:ext cx="11795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759C7"/>
                </a:solidFill>
                <a:latin typeface="Aptos"/>
              </a:rPr>
              <a:t>Report assets</a:t>
            </a:r>
            <a:endParaRPr sz="950" b="1">
              <a:solidFill>
                <a:srgbClr val="2759C7"/>
              </a:solidFill>
              <a:latin typeface="Aptos"/>
            </a:endParaRPr>
          </a:p>
        </p:txBody>
      </p:sp>
      <p:pic>
        <p:nvPicPr>
          <p:cNvPr id="44" name="Picture 43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610" y="1508760"/>
            <a:ext cx="5626735" cy="390779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01/12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PROBLEM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68580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Generic AI copy still sounds generic.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80360"/>
            <a:ext cx="60350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Social platforms reward rhythm, context, and lived-in detail. A polished paragraph is not enough.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68680" y="4197096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06908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Aptos"/>
              </a:rPr>
              <a:t>Same voice across platforms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68680" y="4764024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463600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Aptos"/>
              </a:rPr>
              <a:t>Weak creator-style transfer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68680" y="533095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20293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Aptos"/>
              </a:rPr>
              <a:t>No transparent quality control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68680" y="5897880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769864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Aptos"/>
              </a:rPr>
              <a:t>Outputs are hard to reuse as assets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366760" y="1874519"/>
            <a:ext cx="48463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66760" y="1874519"/>
            <a:ext cx="48463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2792" y="2148839"/>
            <a:ext cx="4334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The core gap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22792" y="2651760"/>
            <a:ext cx="43342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Creators need content that feels native to the platform, not just grammatically correct.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02/12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USERS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68580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Built for creator-facing teams.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34640"/>
            <a:ext cx="6126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RealSkill focuses on people who repeatedly turn rough ideas into social posts across different channels.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98079" y="150876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79" y="1508760"/>
            <a:ext cx="292608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54111" y="178308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Creators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54111" y="22860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Save time while keeping a personal, natural voice.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744200" y="150876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44200" y="1508760"/>
            <a:ext cx="292608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00232" y="178308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Campus communities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000232" y="22860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Create local guides, events, and community updates.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498079" y="365760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79" y="3657600"/>
            <a:ext cx="292608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54111" y="393192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Indie brands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54111" y="443484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Adapt offers and product moments to social rhythm.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744200" y="365760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44200" y="3657600"/>
            <a:ext cx="2926080" cy="54864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00232" y="393192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Agencies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000232" y="443484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Compare drafts and explain creative direction to clients.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03/12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SOLUTION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0408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A writing panel with retrieval, agents, and reports.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971800"/>
            <a:ext cx="6126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The user enters a topic, selects a platform, and optionally adds style references. RealSkill handles the writing workflow.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68680" y="4334255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20624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Trend memory before drafting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68680" y="4901183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47731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Three specialized agent drafts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68680" y="546811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34009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Judge selection with scores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68680" y="6035039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907023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Publish-ready report output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pic>
        <p:nvPicPr>
          <p:cNvPr id="46" name="Picture 45" descr="02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685" y="1632585"/>
            <a:ext cx="5764530" cy="400367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04/12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DEMO FLOW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65836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Input. Run. Report.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34640"/>
            <a:ext cx="5852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The flow is intentionally simple: the product explains the generation process while it works.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14400" y="416052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160520"/>
            <a:ext cx="384048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43484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1. Enter brief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70432" y="4937759"/>
            <a:ext cx="33284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Topic, platform, and optional style references.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394960" y="416052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94960" y="4160520"/>
            <a:ext cx="384048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443484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2. Agent Run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50992" y="4937759"/>
            <a:ext cx="33284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Retrieval, Agent A/B/C, judge selection, and humanization.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875520" y="416052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75520" y="4160520"/>
            <a:ext cx="384048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31552" y="443484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3. Report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131552" y="4937759"/>
            <a:ext cx="33284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Final copy, scores, drafts, charts, and notes.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05/12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AGENT WORKFLOW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0408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Different agents, different instincts.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788920"/>
            <a:ext cx="5852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RealSkill avoids one fixed answer by separating creative roles and judging their outputs.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pic>
        <p:nvPicPr>
          <p:cNvPr id="38" name="Picture 37" descr="03-agent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765" y="1637030"/>
            <a:ext cx="5670550" cy="3938270"/>
          </a:xfrm>
          <a:prstGeom prst="rect">
            <a:avLst/>
          </a:prstGeom>
        </p:spPr>
      </p:pic>
      <p:sp>
        <p:nvSpPr>
          <p:cNvPr id="39" name="Oval 38"/>
          <p:cNvSpPr/>
          <p:nvPr>
            <p:custDataLst>
              <p:tags r:id="rId3"/>
            </p:custDataLst>
          </p:nvPr>
        </p:nvSpPr>
        <p:spPr>
          <a:xfrm>
            <a:off x="868680" y="4105655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>
            <p:custDataLst>
              <p:tags r:id="rId4"/>
            </p:custDataLst>
          </p:nvPr>
        </p:nvSpPr>
        <p:spPr>
          <a:xfrm>
            <a:off x="1143000" y="3977639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Aptos"/>
              </a:rPr>
              <a:t>Agent A: viral hook and rhythm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Oval 40"/>
          <p:cNvSpPr/>
          <p:nvPr>
            <p:custDataLst>
              <p:tags r:id="rId5"/>
            </p:custDataLst>
          </p:nvPr>
        </p:nvSpPr>
        <p:spPr>
          <a:xfrm>
            <a:off x="868680" y="4672583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6"/>
            </p:custDataLst>
          </p:nvPr>
        </p:nvSpPr>
        <p:spPr>
          <a:xfrm>
            <a:off x="1143000" y="45445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Aptos"/>
              </a:rPr>
              <a:t>Agent B: lived-in creator voice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3" name="Oval 42"/>
          <p:cNvSpPr/>
          <p:nvPr>
            <p:custDataLst>
              <p:tags r:id="rId7"/>
            </p:custDataLst>
          </p:nvPr>
        </p:nvSpPr>
        <p:spPr>
          <a:xfrm>
            <a:off x="868680" y="523951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>
            <p:custDataLst>
              <p:tags r:id="rId8"/>
            </p:custDataLst>
          </p:nvPr>
        </p:nvSpPr>
        <p:spPr>
          <a:xfrm>
            <a:off x="1143000" y="511149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Aptos"/>
              </a:rPr>
              <a:t>Agent C: structure and usefulness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5" name="Oval 44"/>
          <p:cNvSpPr/>
          <p:nvPr>
            <p:custDataLst>
              <p:tags r:id="rId9"/>
            </p:custDataLst>
          </p:nvPr>
        </p:nvSpPr>
        <p:spPr>
          <a:xfrm>
            <a:off x="868680" y="5806439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>
            <p:custDataLst>
              <p:tags r:id="rId10"/>
            </p:custDataLst>
          </p:nvPr>
        </p:nvSpPr>
        <p:spPr>
          <a:xfrm>
            <a:off x="1143000" y="5678423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Aptos"/>
              </a:rPr>
              <a:t>Judge: winner and reasoning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7" name="Oval 46"/>
          <p:cNvSpPr/>
          <p:nvPr>
            <p:custDataLst>
              <p:tags r:id="rId11"/>
            </p:custDataLst>
          </p:nvPr>
        </p:nvSpPr>
        <p:spPr>
          <a:xfrm>
            <a:off x="868680" y="6373368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>
            <p:custDataLst>
              <p:tags r:id="rId12"/>
            </p:custDataLst>
          </p:nvPr>
        </p:nvSpPr>
        <p:spPr>
          <a:xfrm>
            <a:off x="1143000" y="62453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Aptos"/>
              </a:rPr>
              <a:t>Humanizer: final cleanup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06/12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PLATFORMS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68096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Designed for domestic and global channels.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788920"/>
            <a:ext cx="6400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The same workflow adapts default language and platform rhythm based on where the post will be published.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1440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069080"/>
            <a:ext cx="2788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Xiaohongshu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06908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69080" y="4069080"/>
            <a:ext cx="2788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Weibo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22376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60" y="4069080"/>
            <a:ext cx="2788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979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Zhihu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37844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78440" y="406908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3447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X / Twitter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14400" y="507492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" y="507492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0432" y="534924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LinkedIn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069080" y="507492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69080" y="507492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5112" y="534924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Instagram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223760" y="507492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23760" y="507492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9792" y="534924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TikTok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07/12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PRODUCT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86384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200" b="1">
                <a:solidFill>
                  <a:srgbClr val="1D1B1B"/>
                </a:solidFill>
                <a:latin typeface="Aptos Display"/>
              </a:rPr>
              <a:t>A complete web experience, not a slide-only concept.</a:t>
            </a:r>
            <a:endParaRPr sz="4200" b="1">
              <a:solidFill>
                <a:srgbClr val="1D1B1B"/>
              </a:solidFill>
              <a:latin typeface="Aptos Display"/>
            </a:endParaRPr>
          </a:p>
        </p:txBody>
      </p:sp>
      <p:pic>
        <p:nvPicPr>
          <p:cNvPr id="37" name="Picture 36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" y="2850515"/>
            <a:ext cx="4099560" cy="2847340"/>
          </a:xfrm>
          <a:prstGeom prst="rect">
            <a:avLst/>
          </a:prstGeom>
        </p:spPr>
      </p:pic>
      <p:pic>
        <p:nvPicPr>
          <p:cNvPr id="39" name="Picture 38" descr="02-gen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285" y="2926080"/>
            <a:ext cx="4114800" cy="2857500"/>
          </a:xfrm>
          <a:prstGeom prst="rect">
            <a:avLst/>
          </a:prstGeom>
        </p:spPr>
      </p:pic>
      <p:pic>
        <p:nvPicPr>
          <p:cNvPr id="41" name="Picture 40" descr="04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320" y="2850515"/>
            <a:ext cx="4114800" cy="2857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08/12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WHY DIFFERENT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498079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From prompt output to reusable content asset.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34640"/>
            <a:ext cx="62179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RealSkill makes the reasoning and alternatives visible, so creators can trust and reuse the result.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52360" y="150876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52360" y="1508760"/>
            <a:ext cx="297180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08392" y="178308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Retrieval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08392" y="228600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Local trend memory informs the draft.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698480" y="150876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98480" y="1508760"/>
            <a:ext cx="297180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54511" y="178308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Agent panel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954511" y="228600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Three strategies compete instead of one answer.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452360" y="365760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2360" y="3657600"/>
            <a:ext cx="297180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08392" y="393192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Judge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08392" y="443484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Selection is scored and explained.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698480" y="365760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698480" y="3657600"/>
            <a:ext cx="2971800" cy="54864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54511" y="393192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Report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54511" y="443484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The final output includes drafts, risk, and charts.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09/12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ARCHITECTURE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40664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FastAPI web studio with an agent-callable core.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68680" y="3054096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2926080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FastAPI serves the UI and /generate endpoint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68680" y="3621024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3493008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ChromaDB stores local viral memory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68680" y="418795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059936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OpenAI-compatible API powers drafting and judging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68680" y="4754880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4626864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Static HTML/CSS/JS keeps deployment simple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68680" y="5321807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193792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Aptos"/>
              </a:rPr>
              <a:t>Skill manifest exposes the same capability to agents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pic>
        <p:nvPicPr>
          <p:cNvPr id="47" name="Picture 46" descr="05-api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395" y="1828800"/>
            <a:ext cx="4740249" cy="32918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10/12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AGENT SKILL LAYER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68096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The web app is one interface. Agents can call it too.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926080"/>
            <a:ext cx="6400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Aptos"/>
              </a:rPr>
              <a:t>RealSkill exposes a discovery schema and can be packaged as a local skill, so the same capability works outside the web UI.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14400" y="4389120"/>
            <a:ext cx="3931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389120"/>
            <a:ext cx="393192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66344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Discovery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70432" y="5166359"/>
            <a:ext cx="34198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GET /.well-known/skill.json exposes the callable schema.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349240" y="4389120"/>
            <a:ext cx="3931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49240" y="4389120"/>
            <a:ext cx="3931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05272" y="466344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Local package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05272" y="5166359"/>
            <a:ext cx="34198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build_skill_zip.py creates RealSkill_agent.zip.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784080" y="4389120"/>
            <a:ext cx="3931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84080" y="4389120"/>
            <a:ext cx="3931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1" y="466344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Shared core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040111" y="5166359"/>
            <a:ext cx="34198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Aptos"/>
              </a:rPr>
              <a:t>The same generator powers web and local agent calls.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11/12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Aptos"/>
              </a:rPr>
              <a:t>ROADMAP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3152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Aptos Display"/>
              </a:rPr>
              <a:t>Toward a creator workflow layer.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68680" y="3008376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2880360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Aptos"/>
              </a:rPr>
              <a:t>Persistent generation history and saved reports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68680" y="3575304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3447288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Aptos"/>
              </a:rPr>
              <a:t>Team workspace and shared brand memory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68680" y="4142231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014215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Aptos"/>
              </a:rPr>
              <a:t>More direct trend connectors for global platforms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68680" y="4709159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4581144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Aptos"/>
              </a:rPr>
              <a:t>Image cards and PDF report exports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68680" y="5276088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148072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Aptos"/>
              </a:rPr>
              <a:t>Deeper analytics for platform fit and audience intent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144000" y="2743200"/>
            <a:ext cx="4206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2743200"/>
            <a:ext cx="420624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3017520"/>
            <a:ext cx="3694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Aptos"/>
              </a:rPr>
              <a:t>Demo link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00032" y="3520440"/>
            <a:ext cx="3694175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>
                <a:solidFill>
                  <a:srgbClr val="645F58"/>
                </a:solidFill>
                <a:latin typeface="Aptos"/>
              </a:rPr>
              <a:t>TBD</a:t>
            </a:r>
            <a:endParaRPr lang="en-US" altLang="zh-CN"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12/12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2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3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4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5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6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7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8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9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10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3537</Words>
  <Application>WPS 演示</Application>
  <PresentationFormat>On-screen Show (4:3)</PresentationFormat>
  <Paragraphs>244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Aptos</vt:lpstr>
      <vt:lpstr>Segoe UI</vt:lpstr>
      <vt:lpstr>Aptos Display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</cp:lastModifiedBy>
  <cp:revision>2</cp:revision>
  <dcterms:created xsi:type="dcterms:W3CDTF">2013-01-27T09:14:00Z</dcterms:created>
  <dcterms:modified xsi:type="dcterms:W3CDTF">2026-06-03T17:14:14Z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E6ACB91536CC4501B531F4A0506297B3_12</vt:lpwstr>
  </property>
</Properties>
</file>